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5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8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8310A-5736-FB54-F607-B04D89715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8C3B25-94D4-8C89-974C-522848133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55FAAA-4C6E-D1BC-2405-E5249860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AC997D-6B1B-D1A0-7936-1DD82F84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F979FE-5641-BD98-D383-ADD00E0D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37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78292-9961-8F16-62EE-55E77F92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34DC00-E554-E601-A86F-44037F86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CA795F-B7EB-6EC6-99AF-FEE3EF1F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7F0262-0BB4-1947-BEEF-FB288656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F0FE6F-B8B1-0AD6-F06A-EB57161D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16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91920-1D52-3606-CE8D-58591FF20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05D322-7B16-DD8C-B039-7484621CC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716537-0378-8AC9-2D4F-DA0F1000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796AB-6B96-5F3E-4DAD-BAD420FA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C90976-9156-BF71-9BF5-0F0D132B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6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04AF1-C55E-5A13-7760-0F2FAE59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03E36D-B6B9-F965-B8D8-3C3C73628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7C725B-8E3E-CC6B-E390-1C03E0DD1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CB0DA8-0BC4-9245-F3C3-8E65A87F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4BE97A-0A28-DD7B-B60F-1EC3CCD8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5806DF-E7BD-EF40-E3BA-1E298647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56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2CF92-B580-2F90-E2E5-F81A1764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B3885E-47D3-A912-43E9-554698FA8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75F9BB-62F9-18A6-1605-9AC7EE7D2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91F3B1-C75A-6C98-D399-54691D585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469109-4F51-CB23-733D-2CA5636B5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8D7517-C4CE-1F81-A294-C793302C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0B2DAC-8DE0-EAC4-69E2-5556BDCAA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4BF7C8-B4D6-944A-54E8-779F593B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6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F5834-96E3-069F-C85A-6FF64328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4C5937-C238-C7E8-F5EC-BB2364A0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868D18-5EDD-68D6-A503-F5B76BC6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675C9E-56A1-E0BB-1726-AEB3FC3E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05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369074-3BCF-1786-AEAF-86D96731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F707C55-D91E-8753-6FA3-D674D0D7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56BB68-B1D4-9DA5-9705-1DA3231F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08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FC04C-229E-3825-4B72-4D374F6A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2008E-6017-F234-F72C-59D0C0E82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4E8BD9-86BA-AA0D-9A72-E8725533B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55E410-05EA-552C-663C-753764F3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1C4193-309C-F4C2-BE21-6901D01F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6685C5-08D7-D0BD-84F3-BF0AB35F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19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F775B-B4BA-23AD-8785-855E7400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58C856-FF59-17E6-F135-3A6498C3A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F1408F-A2E0-8E61-F42A-FD891E4C8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1BAA31-DF82-D29B-2A8E-6FCC7D4C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044727-4594-5B4C-9587-0AE983AB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0F9002-5963-D45D-E34E-03AC6721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339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7E1FD8-41A5-75E5-2CCA-48EB2759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234346-7BCC-2F0F-BFF5-8D3F2EFDB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0E1AC9-F59F-740E-2DE2-4277D3E3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C8341A-B643-5E74-A81C-E51A99B7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BEB9B1-DBD1-85B3-D918-40020288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79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F307CD-BA15-A607-162C-5BB1CF993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BB930E-329F-C3A4-D767-8DACC5CBD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C0B925-A931-A9FE-8146-77043DA9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575903-7471-8FE7-D74C-2658CC1C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E2CEDB-F1B4-940D-6CF8-3BDE6E82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27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E1C71-615A-6AF3-6CD2-93598D2D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0517DD-9F60-2871-EB10-DD27A046F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E0EA3-A408-BBBA-AA92-BE31FD7C4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C510C-6B2B-4CF1-AE4C-17129663EE6C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B877E0-979D-1D98-084A-949F1FB62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EB1FD4-0031-85FC-AAAD-5DFDDD1AD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BF17C-7E98-4BB0-A513-1415411D4A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49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2793C-6E2B-16D0-75B9-4887473C3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Дерево Хаффмана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1A1C25-AB2F-3E05-A07B-0009470CA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9440" y="3602038"/>
            <a:ext cx="5923280" cy="431482"/>
          </a:xfrm>
        </p:spPr>
        <p:txBody>
          <a:bodyPr/>
          <a:lstStyle/>
          <a:p>
            <a:r>
              <a:rPr lang="ru-RU" dirty="0"/>
              <a:t>Москаленко Дмитрий 11-401</a:t>
            </a:r>
          </a:p>
        </p:txBody>
      </p:sp>
    </p:spTree>
    <p:extLst>
      <p:ext uri="{BB962C8B-B14F-4D97-AF65-F5344CB8AC3E}">
        <p14:creationId xmlns:p14="http://schemas.microsoft.com/office/powerpoint/2010/main" val="3891721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E553E-2F3F-2AB1-65D0-E79076627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используется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DD2A6-A989-3112-A119-B70C59C2C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458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-</a:t>
            </a:r>
            <a:r>
              <a:rPr lang="ru-RU" sz="2400" b="1" dirty="0"/>
              <a:t>алгоритм Хаффмана </a:t>
            </a:r>
            <a:r>
              <a:rPr lang="ru-RU" sz="2400" dirty="0"/>
              <a:t>позволяет закодировать текст без потери данных, используя меньше памяти, чем кодирование фиксированной длины</a:t>
            </a:r>
            <a:r>
              <a:rPr lang="en-US" sz="2400" dirty="0"/>
              <a:t>;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-для однозначного декодирования используется </a:t>
            </a:r>
            <a:r>
              <a:rPr lang="ru-RU" sz="2400" b="1" dirty="0"/>
              <a:t>префиксное правило</a:t>
            </a:r>
            <a:r>
              <a:rPr lang="ru-RU" sz="2400" dirty="0"/>
              <a:t>, которое гарантирует, что ни один код не является префиксом другого.</a:t>
            </a:r>
          </a:p>
        </p:txBody>
      </p:sp>
    </p:spTree>
    <p:extLst>
      <p:ext uri="{BB962C8B-B14F-4D97-AF65-F5344CB8AC3E}">
        <p14:creationId xmlns:p14="http://schemas.microsoft.com/office/powerpoint/2010/main" val="107119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ED458-8436-65D9-CE57-0BB23F76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</p:spPr>
        <p:txBody>
          <a:bodyPr/>
          <a:lstStyle/>
          <a:p>
            <a:r>
              <a:rPr lang="ru-RU" dirty="0"/>
              <a:t>Плюсы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6DBA58-6DB0-08CD-F8AB-EB5339234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44440" cy="1923415"/>
          </a:xfrm>
        </p:spPr>
        <p:txBody>
          <a:bodyPr>
            <a:normAutofit/>
          </a:bodyPr>
          <a:lstStyle/>
          <a:p>
            <a:r>
              <a:rPr lang="ru-RU" sz="2400" dirty="0"/>
              <a:t>Гарантированно оптимальный код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Простота кодирование</a:t>
            </a:r>
            <a:r>
              <a:rPr lang="en-US" sz="2400" dirty="0"/>
              <a:t>/</a:t>
            </a:r>
            <a:r>
              <a:rPr lang="ru-RU" sz="2400" dirty="0" err="1"/>
              <a:t>декодировния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6ACEE4-483C-DA06-C86E-48FF8500D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923415"/>
          </a:xfrm>
        </p:spPr>
        <p:txBody>
          <a:bodyPr/>
          <a:lstStyle/>
          <a:p>
            <a:r>
              <a:rPr lang="ru-RU" sz="2400" dirty="0"/>
              <a:t>Память на таблицу частот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Время на подсчет частот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ru-RU" sz="2400" dirty="0"/>
              <a:t>Не так эффективен для динамических структур</a:t>
            </a:r>
            <a:r>
              <a:rPr lang="en-US" sz="2400" dirty="0"/>
              <a:t>.</a:t>
            </a:r>
            <a:endParaRPr lang="ru-RU" sz="2400" dirty="0"/>
          </a:p>
          <a:p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8BD3D1D-C300-E36B-A638-A0653167E664}"/>
              </a:ext>
            </a:extLst>
          </p:cNvPr>
          <p:cNvSpPr txBox="1">
            <a:spLocks/>
          </p:cNvSpPr>
          <p:nvPr/>
        </p:nvSpPr>
        <p:spPr>
          <a:xfrm>
            <a:off x="6172200" y="394970"/>
            <a:ext cx="5181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Минусы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50E09-C943-96EE-3A8D-444D4D546A37}"/>
              </a:ext>
            </a:extLst>
          </p:cNvPr>
          <p:cNvSpPr txBox="1"/>
          <p:nvPr/>
        </p:nvSpPr>
        <p:spPr>
          <a:xfrm>
            <a:off x="919480" y="4252823"/>
            <a:ext cx="992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-</a:t>
            </a:r>
            <a:r>
              <a:rPr lang="ru-RU" sz="2400" dirty="0"/>
              <a:t>Алгоритм Хаффмана лучше всего подойдет, если вам нужно эффективно сжать данные с известной и неравномерной частотой символов (например, тексты на естественных языках)</a:t>
            </a:r>
          </a:p>
        </p:txBody>
      </p:sp>
    </p:spTree>
    <p:extLst>
      <p:ext uri="{BB962C8B-B14F-4D97-AF65-F5344CB8AC3E}">
        <p14:creationId xmlns:p14="http://schemas.microsoft.com/office/powerpoint/2010/main" val="3670271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0AEE8-C038-DFE3-46FF-88F8DDEA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кодирования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FE14D69-9844-C9C0-7ED6-756CCFCB4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1675" y="3676206"/>
            <a:ext cx="6630325" cy="3181794"/>
          </a:xfr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32E4F390-1AA6-E1A4-E33E-44EFEBA8E520}"/>
              </a:ext>
            </a:extLst>
          </p:cNvPr>
          <p:cNvSpPr txBox="1">
            <a:spLocks/>
          </p:cNvSpPr>
          <p:nvPr/>
        </p:nvSpPr>
        <p:spPr>
          <a:xfrm>
            <a:off x="238760" y="1500537"/>
            <a:ext cx="12369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2400" dirty="0"/>
              <a:t>Подсчёт частот каждого символа</a:t>
            </a:r>
            <a:r>
              <a:rPr lang="en-US" sz="2400" dirty="0"/>
              <a:t>;</a:t>
            </a:r>
            <a:endParaRPr lang="ru-RU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2400" dirty="0"/>
              <a:t>Создание узлов для каждого символа (частота → вес узла)</a:t>
            </a:r>
            <a:r>
              <a:rPr lang="en-US" sz="2400" dirty="0"/>
              <a:t>;</a:t>
            </a:r>
            <a:endParaRPr lang="ru-RU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2400" dirty="0"/>
              <a:t>Два узла с минимальными весами объединяются в родительский (сумма весов)</a:t>
            </a:r>
            <a:r>
              <a:rPr lang="en-US" sz="2400" dirty="0"/>
              <a:t>;</a:t>
            </a:r>
            <a:endParaRPr lang="ru-RU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2400" dirty="0"/>
              <a:t>Повторять, пока не останется один корень</a:t>
            </a:r>
            <a:r>
              <a:rPr lang="en-US" sz="2400" dirty="0"/>
              <a:t>;</a:t>
            </a:r>
            <a:endParaRPr lang="ru-RU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2400" dirty="0"/>
              <a:t>Назначение кодов: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200" dirty="0"/>
              <a:t>Левый ребёнок → 0, правый → 1</a:t>
            </a:r>
            <a:r>
              <a:rPr lang="en-US" sz="2200" dirty="0"/>
              <a:t>;</a:t>
            </a:r>
            <a:endParaRPr lang="ru-RU" sz="2200" dirty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2200" dirty="0"/>
              <a:t>Код символа — путь от корня</a:t>
            </a:r>
            <a:r>
              <a:rPr lang="en-US" sz="2200" dirty="0"/>
              <a:t>;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ru-RU" sz="2400" dirty="0"/>
              <a:t>Кодируем текст.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559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A77FE-88CB-8B96-6956-F0275A472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по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5629E2-0831-CF43-80D6-345ECC0BB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Построение дерева: </a:t>
            </a:r>
          </a:p>
          <a:p>
            <a:pPr marL="0" indent="0">
              <a:buNone/>
            </a:pPr>
            <a:r>
              <a:rPr lang="ru-RU" sz="2400" dirty="0"/>
              <a:t>O(n </a:t>
            </a:r>
            <a:r>
              <a:rPr lang="ru-RU" sz="2400" dirty="0" err="1"/>
              <a:t>log</a:t>
            </a:r>
            <a:r>
              <a:rPr lang="ru-RU" sz="2400" dirty="0"/>
              <a:t> n)</a:t>
            </a:r>
            <a:r>
              <a:rPr lang="en-US" sz="2400" dirty="0"/>
              <a:t> – </a:t>
            </a:r>
            <a:r>
              <a:rPr lang="ru-RU" sz="2400" dirty="0"/>
              <a:t>при использовании кучи для выбора минимумов.</a:t>
            </a:r>
          </a:p>
          <a:p>
            <a:pPr marL="0" indent="0">
              <a:buNone/>
            </a:pPr>
            <a:r>
              <a:rPr lang="ru-RU" sz="2400" dirty="0"/>
              <a:t>О(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) –</a:t>
            </a:r>
            <a:r>
              <a:rPr lang="ru-RU" sz="2400" dirty="0"/>
              <a:t> при использование массива</a:t>
            </a:r>
            <a:endParaRPr lang="ru-RU" sz="2400" baseline="30000" dirty="0"/>
          </a:p>
          <a:p>
            <a:endParaRPr lang="ru-RU" sz="2400" dirty="0"/>
          </a:p>
          <a:p>
            <a:r>
              <a:rPr lang="ru-RU" sz="2400" dirty="0"/>
              <a:t>Кодирование/декодирование: </a:t>
            </a:r>
          </a:p>
          <a:p>
            <a:pPr marL="0" indent="0">
              <a:buNone/>
            </a:pPr>
            <a:r>
              <a:rPr lang="ru-RU" sz="2400" dirty="0"/>
              <a:t>O(n) – если храним таблицу кодов</a:t>
            </a:r>
          </a:p>
          <a:p>
            <a:pPr marL="0" indent="0">
              <a:buNone/>
            </a:pPr>
            <a:r>
              <a:rPr lang="en-US" sz="2400" dirty="0"/>
              <a:t>O(n</a:t>
            </a:r>
            <a:r>
              <a:rPr lang="ru-RU" sz="2400" dirty="0"/>
              <a:t> </a:t>
            </a:r>
            <a:r>
              <a:rPr lang="en-US" sz="2400" dirty="0"/>
              <a:t>log</a:t>
            </a:r>
            <a:r>
              <a:rPr lang="ru-RU" sz="2400" dirty="0"/>
              <a:t> </a:t>
            </a:r>
            <a:r>
              <a:rPr lang="en-US" sz="2400" dirty="0"/>
              <a:t>n)</a:t>
            </a:r>
            <a:r>
              <a:rPr lang="ru-RU" sz="2400" dirty="0"/>
              <a:t> – если каждый раз обходим дерево</a:t>
            </a:r>
          </a:p>
        </p:txBody>
      </p:sp>
    </p:spTree>
    <p:extLst>
      <p:ext uri="{BB962C8B-B14F-4D97-AF65-F5344CB8AC3E}">
        <p14:creationId xmlns:p14="http://schemas.microsoft.com/office/powerpoint/2010/main" val="39955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88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F2DAD16B-4CA7-6208-E203-89A667ABB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0"/>
            <a:ext cx="10642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35956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Дерево Хаффмана</vt:lpstr>
      <vt:lpstr>Для чего используется?</vt:lpstr>
      <vt:lpstr>Плюсы</vt:lpstr>
      <vt:lpstr>Алгоритм кодирования</vt:lpstr>
      <vt:lpstr>Сложность по времени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1</cp:revision>
  <dcterms:created xsi:type="dcterms:W3CDTF">2025-05-26T08:27:04Z</dcterms:created>
  <dcterms:modified xsi:type="dcterms:W3CDTF">2025-05-26T08:27:13Z</dcterms:modified>
</cp:coreProperties>
</file>